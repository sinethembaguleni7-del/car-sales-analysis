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92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6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91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8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34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1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1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29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53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4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84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6AF0C-9368-459E-B7E4-F4E1D11614A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DF784-CFF2-4011-9B00-98026ED6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2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990600"/>
          </a:xfrm>
        </p:spPr>
        <p:txBody>
          <a:bodyPr/>
          <a:lstStyle/>
          <a:p>
            <a:r>
              <a:rPr lang="en-US" dirty="0" smtClean="0"/>
              <a:t>CAR SALES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371599"/>
            <a:ext cx="8915400" cy="5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03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</p:spPr>
      </p:pic>
    </p:spTree>
    <p:extLst>
      <p:ext uri="{BB962C8B-B14F-4D97-AF65-F5344CB8AC3E}">
        <p14:creationId xmlns:p14="http://schemas.microsoft.com/office/powerpoint/2010/main" val="3063308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Gantt Charts……………………………………………….. 2</a:t>
            </a:r>
          </a:p>
          <a:p>
            <a:r>
              <a:rPr lang="en-US" dirty="0" smtClean="0"/>
              <a:t>Miro Diagram……………………………………………… 3</a:t>
            </a:r>
          </a:p>
          <a:p>
            <a:r>
              <a:rPr lang="en-US" dirty="0" smtClean="0"/>
              <a:t>SQL…………………………………………………………….. 5</a:t>
            </a:r>
          </a:p>
          <a:p>
            <a:r>
              <a:rPr lang="en-US" dirty="0" smtClean="0"/>
              <a:t>Dashboard………………………………………………….. 6</a:t>
            </a:r>
          </a:p>
          <a:p>
            <a:r>
              <a:rPr lang="en-US" dirty="0" smtClean="0"/>
              <a:t>Recommendations………………………………………  9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140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Miro 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143000"/>
            <a:ext cx="8610600" cy="5486400"/>
          </a:xfrm>
        </p:spPr>
      </p:pic>
    </p:spTree>
    <p:extLst>
      <p:ext uri="{BB962C8B-B14F-4D97-AF65-F5344CB8AC3E}">
        <p14:creationId xmlns:p14="http://schemas.microsoft.com/office/powerpoint/2010/main" val="3001815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SQL queries we provided the following </a:t>
            </a:r>
          </a:p>
          <a:p>
            <a:r>
              <a:rPr lang="en-US" dirty="0" smtClean="0"/>
              <a:t>Total revenue and total vehicle sold </a:t>
            </a:r>
          </a:p>
          <a:p>
            <a:r>
              <a:rPr lang="en-US" dirty="0" smtClean="0"/>
              <a:t>Top selling Makes and Models</a:t>
            </a:r>
          </a:p>
          <a:p>
            <a:r>
              <a:rPr lang="en-US" dirty="0" smtClean="0"/>
              <a:t>Sales performance by State</a:t>
            </a:r>
          </a:p>
          <a:p>
            <a:r>
              <a:rPr lang="en-US" dirty="0" smtClean="0"/>
              <a:t>MMR and actual selling price </a:t>
            </a:r>
          </a:p>
          <a:p>
            <a:r>
              <a:rPr lang="en-US" dirty="0" smtClean="0"/>
              <a:t>Effect of condition and mileage on profit</a:t>
            </a:r>
          </a:p>
          <a:p>
            <a:r>
              <a:rPr lang="en-US" dirty="0" smtClean="0"/>
              <a:t>Profitable brand vehicle type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85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57600"/>
            <a:ext cx="8229600" cy="3124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above graph shows how total revenue changes over time. </a:t>
            </a:r>
          </a:p>
          <a:p>
            <a:r>
              <a:rPr lang="en-US" dirty="0" smtClean="0"/>
              <a:t>At the beginning of the period, revenue is very high, but it gradually declines steadily as time progresses.</a:t>
            </a:r>
          </a:p>
          <a:p>
            <a:r>
              <a:rPr lang="en-US" dirty="0" smtClean="0"/>
              <a:t>Sale performance is consistently dropping over the displayed period.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"/>
            <a:ext cx="9143999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42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0"/>
            <a:ext cx="8229600" cy="2743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bar chart shows the total revenue generated by each car brand, broken down by transmission type.</a:t>
            </a:r>
          </a:p>
          <a:p>
            <a:r>
              <a:rPr lang="en-US" dirty="0" smtClean="0"/>
              <a:t>Ford is the highest earning brand then other brands are following.</a:t>
            </a:r>
          </a:p>
          <a:p>
            <a:r>
              <a:rPr lang="en-US" dirty="0" smtClean="0"/>
              <a:t>Automatic cars clearly dominate revenue across all brands while manual and unknown contribute very little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8915401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67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55818"/>
            <a:ext cx="8229600" cy="329738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above Pie charts shows how different vehicle colors contribute to total revenue.</a:t>
            </a:r>
          </a:p>
          <a:p>
            <a:r>
              <a:rPr lang="en-US" dirty="0" smtClean="0"/>
              <a:t>Black vehicles generate the highest revenue making them the most profitable color.</a:t>
            </a:r>
          </a:p>
          <a:p>
            <a:r>
              <a:rPr lang="en-US" dirty="0" smtClean="0"/>
              <a:t>Grey and Silver are second highest.</a:t>
            </a:r>
          </a:p>
          <a:p>
            <a:r>
              <a:rPr lang="en-US" dirty="0" smtClean="0"/>
              <a:t>Others colors dominate sales and generate the moderate revenue.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201"/>
            <a:ext cx="8915400" cy="32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24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sales trend shows a </a:t>
            </a:r>
            <a:r>
              <a:rPr lang="en-US" dirty="0" err="1" smtClean="0"/>
              <a:t>continuos</a:t>
            </a:r>
            <a:r>
              <a:rPr lang="en-US" dirty="0" smtClean="0"/>
              <a:t> drop in total revenue over time.</a:t>
            </a:r>
          </a:p>
          <a:p>
            <a:r>
              <a:rPr lang="en-US" dirty="0" smtClean="0"/>
              <a:t>Management should review marketing strategy, Pricing and Inventory levels to understand why sales are falling.</a:t>
            </a:r>
          </a:p>
          <a:p>
            <a:r>
              <a:rPr lang="en-US" dirty="0" smtClean="0"/>
              <a:t>Prioritize high performing brands and increase stock availability, marketing focus.</a:t>
            </a:r>
          </a:p>
          <a:p>
            <a:r>
              <a:rPr lang="en-US" dirty="0" smtClean="0"/>
              <a:t>Ensure the dealership stocks more automatic models to match customer demand and increase sales efficiency.</a:t>
            </a:r>
          </a:p>
          <a:p>
            <a:r>
              <a:rPr lang="en-US" dirty="0" smtClean="0"/>
              <a:t>Optimize inventory based on color demand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68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211762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05000"/>
            <a:ext cx="8229600" cy="368776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                       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7028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1568</TotalTime>
  <Words>264</Words>
  <Application>Microsoft Office PowerPoint</Application>
  <PresentationFormat>On-screen Show (4:3)</PresentationFormat>
  <Paragraphs>34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CAR SALES ANALYSIS</vt:lpstr>
      <vt:lpstr>PowerPoint Presentation</vt:lpstr>
      <vt:lpstr>TABLE OF CONTENT</vt:lpstr>
      <vt:lpstr>Miro Diagram</vt:lpstr>
      <vt:lpstr>SQL</vt:lpstr>
      <vt:lpstr>PowerPoint Presentation</vt:lpstr>
      <vt:lpstr>PowerPoint Presentation</vt:lpstr>
      <vt:lpstr>PowerPoint Presentation</vt:lpstr>
      <vt:lpstr>RECOMMENDATIONS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SALES ANALYSIS</dc:title>
  <dc:creator>Student</dc:creator>
  <cp:lastModifiedBy>Student</cp:lastModifiedBy>
  <cp:revision>12</cp:revision>
  <dcterms:created xsi:type="dcterms:W3CDTF">2025-11-16T11:10:17Z</dcterms:created>
  <dcterms:modified xsi:type="dcterms:W3CDTF">2025-11-18T11:46:40Z</dcterms:modified>
</cp:coreProperties>
</file>